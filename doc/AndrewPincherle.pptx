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2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E1A4DF-A976-44D7-B124-A0B4442F84F1}" v="2" dt="2022-04-25T09:52:01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incherle" userId="1d1b48c3-1b28-48b0-a436-ae6671579718" providerId="ADAL" clId="{CFE1A4DF-A976-44D7-B124-A0B4442F84F1}"/>
    <pc:docChg chg="custSel modSld">
      <pc:chgData name="Andrew Pincherle" userId="1d1b48c3-1b28-48b0-a436-ae6671579718" providerId="ADAL" clId="{CFE1A4DF-A976-44D7-B124-A0B4442F84F1}" dt="2022-04-25T09:55:19.603" v="212" actId="20577"/>
      <pc:docMkLst>
        <pc:docMk/>
      </pc:docMkLst>
      <pc:sldChg chg="modSp mod">
        <pc:chgData name="Andrew Pincherle" userId="1d1b48c3-1b28-48b0-a436-ae6671579718" providerId="ADAL" clId="{CFE1A4DF-A976-44D7-B124-A0B4442F84F1}" dt="2022-04-25T09:55:19.603" v="212" actId="20577"/>
        <pc:sldMkLst>
          <pc:docMk/>
          <pc:sldMk cId="4127863686" sldId="328"/>
        </pc:sldMkLst>
        <pc:spChg chg="mod">
          <ac:chgData name="Andrew Pincherle" userId="1d1b48c3-1b28-48b0-a436-ae6671579718" providerId="ADAL" clId="{CFE1A4DF-A976-44D7-B124-A0B4442F84F1}" dt="2022-04-25T09:55:19.603" v="212" actId="20577"/>
          <ac:spMkLst>
            <pc:docMk/>
            <pc:sldMk cId="4127863686" sldId="328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66EA-3458-421F-A1D6-D2C1AD2D1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D52D3-4D2C-4594-8F59-2CD20BC8F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F025-63BF-4B24-9577-153ABBA58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C2155-5DA1-410D-9239-CCDBFCC39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B0C79-AF88-42D6-8B62-F766026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7821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8E4F-F377-4A5C-B7BA-53F411886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71256-BC8E-46F7-B15D-FB19BBE39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E4AED-FCA9-47FC-A008-BB37E378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22DB9-6B48-47D1-877E-E90796BB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091D-D478-4F81-AD77-8061CF48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19262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FD0E-AA8C-4124-A19D-C45B3ABB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99A80-25AB-4EDB-AC59-54499CC9E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A7803-5719-4EBA-BE5A-6BC19D82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12823-7A8B-4EA4-8963-679CA714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CA25A-FDA8-4146-919C-F1318CDB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2026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D7CC-4412-4483-B405-9A8E3F09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9EE-AF33-4706-B720-F7C30B9FF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D9712-DDB8-48F3-B806-40487CAE6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D7D1A-3E35-4619-B3EB-E14BBF2F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52840-AB65-4AC4-937F-8B7F9FB1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5CF15-25B1-492E-9E64-62A1CDCC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576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843F-37BB-4949-8988-183D3C13C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091276-A343-4A46-8DE4-233F1C6D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52F24-5778-4E9D-90ED-E3A9837DA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E95BA-F293-432D-9683-8F0731D4F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379962-B499-4D07-83D8-7BB96543C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F93F0-A6A5-420B-88D2-C6BCC140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80E17-1413-4293-9160-8B7DD0D8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93326-BDCB-4586-A927-B11F316F7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5119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0FF9-B3C3-4B4E-AF6B-60AF5056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AA7A6-E357-4065-ACB5-D2E6037A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BF3B1E-D59F-4A82-BD62-098A4E88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F0447-44A8-41D5-A048-60A6FFDD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53058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9C2D6-CED0-49DF-ADF2-28B978032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4E3BC-1B35-4AC8-B4BD-BD1C232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02D05-D132-40E2-96C9-CF1319BA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31302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4F95-6E0D-471B-8A4A-A5AB4C6C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929E9-BC71-46C1-9A0A-B6C2BD5F3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71754-0FF6-4826-A294-4DB8CE5B2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C47CD-8745-43A7-A7FC-150F1D5E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F5ED9-282D-484B-A75D-497115898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FE54F-6024-4952-8ECD-C94E3AFE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121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53E2-7B93-4930-843E-E3236F93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331694-7300-459D-B495-34EB34932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E8F6A-5CD8-4B52-B61B-3C3D2184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4BDFA-42AF-47F2-9EE6-E705DBBE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77E07-BF2C-464C-B815-72E77550A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B3764-0745-4520-AA64-A5045337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016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C43F-DA35-4A75-85F2-20CF4F93A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FA695-4258-4B23-8A1F-1421FBF35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E3354-F1E9-431D-9BAE-CC706638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F54E1-E434-43D0-89B5-B80F59F0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149EC-D083-41AF-82D8-C26CA4D9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8700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406B1C-B148-46AA-97D2-CA48CB8D0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256F2-8277-4E64-B7BF-C92C18A9A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86DE3-E92B-4041-807D-4E3573C9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D0C9-9DE7-4730-9DE2-66FF14330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DF58C-3871-4C7A-90ED-C304D9B0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45393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E77C4-E382-4F50-B4C6-594E5D41928B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43753FE-3158-4DCD-9C90-8BBC6B648F18}" type="datetime1">
              <a:rPr lang="en-US" smtClean="0"/>
              <a:t>4/25/2022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DC15F6-88DA-4594-88BF-F558A63F6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33004-B5BC-4E1D-BAE5-1182519C8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BDF39-5B7A-4618-BD7B-5EAA487A6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61D1E-E0D0-4E3B-B531-84AB7599EC43}" type="datetimeFigureOut">
              <a:rPr lang="en-NZ" smtClean="0"/>
              <a:t>25/04/2022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3813F-9CCE-4DA4-B0ED-F1E409C61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0238A-501A-431A-A2FF-8B3206EB2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C37B4-7495-45E3-B04D-59A8657D9F6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4019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67001" y="1440000"/>
            <a:ext cx="8528957" cy="3673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sz="1020" spc="-1" dirty="0">
                <a:solidFill>
                  <a:srgbClr val="4C565C"/>
                </a:solidFill>
              </a:rPr>
              <a:t>An IT professional with 13</a:t>
            </a:r>
            <a:r>
              <a:rPr lang="en-GB" sz="1020" i="1" spc="-1" dirty="0">
                <a:solidFill>
                  <a:srgbClr val="4C565C"/>
                </a:solidFill>
              </a:rPr>
              <a:t> </a:t>
            </a:r>
            <a:r>
              <a:rPr lang="en-GB" sz="1020" spc="-1" dirty="0">
                <a:solidFill>
                  <a:srgbClr val="4C565C"/>
                </a:solidFill>
              </a:rPr>
              <a:t>years experience as a software </a:t>
            </a:r>
            <a:r>
              <a:rPr lang="en-GB" sz="1020" i="1" spc="-1" dirty="0">
                <a:solidFill>
                  <a:srgbClr val="4C565C"/>
                </a:solidFill>
              </a:rPr>
              <a:t>developer in tier1 and 2 institutions.</a:t>
            </a:r>
            <a:endParaRPr lang="en-GB" sz="1020" spc="-1" dirty="0">
              <a:latin typeface="Arial"/>
            </a:endParaRPr>
          </a:p>
          <a:p>
            <a:pPr>
              <a:spcAft>
                <a:spcPts val="300"/>
              </a:spcAft>
            </a:pPr>
            <a:endParaRPr lang="en-GB" sz="1020" spc="-1" dirty="0">
              <a:latin typeface="Arial"/>
            </a:endParaRPr>
          </a:p>
          <a:p>
            <a:pPr>
              <a:spcAft>
                <a:spcPts val="300"/>
              </a:spcAft>
            </a:pPr>
            <a:r>
              <a:rPr lang="en-GB" sz="1020" spc="-1" dirty="0">
                <a:solidFill>
                  <a:srgbClr val="4C565C"/>
                </a:solidFill>
              </a:rPr>
              <a:t>BSc Computer Science</a:t>
            </a:r>
            <a:endParaRPr lang="en-GB" sz="1020" spc="-1" dirty="0">
              <a:latin typeface="Arial"/>
            </a:endParaRPr>
          </a:p>
          <a:p>
            <a:pPr>
              <a:spcAft>
                <a:spcPts val="300"/>
              </a:spcAft>
              <a:tabLst>
                <a:tab pos="1380133" algn="l"/>
              </a:tabLst>
            </a:pPr>
            <a:endParaRPr lang="en-GB" sz="1020" dirty="0">
              <a:solidFill>
                <a:srgbClr val="4C565C"/>
              </a:solidFill>
            </a:endParaRPr>
          </a:p>
          <a:p>
            <a:pPr>
              <a:spcAft>
                <a:spcPts val="300"/>
              </a:spcAft>
            </a:pPr>
            <a:r>
              <a:rPr lang="en-GB" sz="1020" b="1" spc="-1" dirty="0">
                <a:solidFill>
                  <a:srgbClr val="2365A0"/>
                </a:solidFill>
              </a:rPr>
              <a:t>EXAMPLES OF WORK: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3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</a:rPr>
              <a:t>Tier 1 investment bank	Full lifecycle development of Cash Management software. 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3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</a:rPr>
              <a:t>Tier 1 investment bank	Development of a FX trade tools and online trade portals. 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3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</a:rPr>
              <a:t>Tier 1 investment bank	Development and support  of Restful and SOAP webservices	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3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</a:rPr>
              <a:t>Tier 1 investment bank	Worked with Product managers to gather and interpret requirements, spec , design and implement solutions.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300"/>
              </a:spcAft>
              <a:buClr>
                <a:srgbClr val="4C565C"/>
              </a:buClr>
              <a:buFont typeface="Wingdings" charset="2"/>
              <a:buChar char=""/>
            </a:pP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300"/>
              </a:spcAft>
              <a:buClr>
                <a:srgbClr val="4C565C"/>
              </a:buClr>
              <a:buFont typeface="Wingdings" charset="2"/>
              <a:buChar char=""/>
            </a:pPr>
            <a:endParaRPr lang="en-GB" sz="1020" spc="-1" dirty="0">
              <a:latin typeface="Arial"/>
            </a:endParaRPr>
          </a:p>
          <a:p>
            <a:pPr>
              <a:spcAft>
                <a:spcPts val="451"/>
              </a:spcAft>
            </a:pPr>
            <a:r>
              <a:rPr lang="en-GB" sz="1020" b="1" spc="-1" dirty="0">
                <a:solidFill>
                  <a:srgbClr val="2365A0"/>
                </a:solidFill>
              </a:rPr>
              <a:t>SPECIFIC TECHNICAL SKILLS: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4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</a:rPr>
              <a:t>Java, SQL, </a:t>
            </a:r>
            <a:r>
              <a:rPr lang="en-GB" sz="1020" spc="-1" dirty="0" err="1">
                <a:solidFill>
                  <a:srgbClr val="4C565C"/>
                </a:solidFill>
              </a:rPr>
              <a:t>Pro!V</a:t>
            </a:r>
            <a:r>
              <a:rPr lang="en-GB" sz="1020" spc="-1" dirty="0">
                <a:solidFill>
                  <a:srgbClr val="4C565C"/>
                </a:solidFill>
              </a:rPr>
              <a:t>, C++, </a:t>
            </a:r>
            <a:r>
              <a:rPr lang="en-GB" sz="1020" spc="-1" dirty="0" err="1">
                <a:solidFill>
                  <a:srgbClr val="4C565C"/>
                </a:solidFill>
              </a:rPr>
              <a:t>Infomatica</a:t>
            </a:r>
            <a:r>
              <a:rPr lang="en-GB" sz="1020" spc="-1" dirty="0">
                <a:solidFill>
                  <a:srgbClr val="4C565C"/>
                </a:solidFill>
              </a:rPr>
              <a:t>, 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4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  <a:latin typeface="Arial"/>
              </a:rPr>
              <a:t>Webserver configuration and setup (</a:t>
            </a:r>
            <a:r>
              <a:rPr lang="en-GB" sz="1020" spc="-1" dirty="0" err="1">
                <a:solidFill>
                  <a:srgbClr val="4C565C"/>
                </a:solidFill>
                <a:latin typeface="Arial"/>
              </a:rPr>
              <a:t>Websphere</a:t>
            </a:r>
            <a:r>
              <a:rPr lang="en-GB" sz="1020" spc="-1" dirty="0">
                <a:solidFill>
                  <a:srgbClr val="4C565C"/>
                </a:solidFill>
                <a:latin typeface="Arial"/>
              </a:rPr>
              <a:t>, JBOSS, Apache, Tomcat), </a:t>
            </a:r>
          </a:p>
          <a:p>
            <a:pPr marL="171360" indent="-171000">
              <a:spcAft>
                <a:spcPts val="4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  <a:latin typeface="Arial"/>
              </a:rPr>
              <a:t>Jenkins 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400"/>
              </a:spcAft>
              <a:buClr>
                <a:srgbClr val="4C565C"/>
              </a:buClr>
              <a:buFont typeface="Wingdings" charset="2"/>
              <a:buChar char=""/>
            </a:pPr>
            <a:r>
              <a:rPr lang="en-GB" sz="1020" spc="-1" dirty="0">
                <a:solidFill>
                  <a:srgbClr val="4C565C"/>
                </a:solidFill>
              </a:rPr>
              <a:t>Oracle, DB2, </a:t>
            </a:r>
            <a:r>
              <a:rPr lang="en-GB" sz="1020" spc="-1">
                <a:solidFill>
                  <a:srgbClr val="4C565C"/>
                </a:solidFill>
              </a:rPr>
              <a:t>mySQL</a:t>
            </a:r>
            <a:endParaRPr lang="en-GB" sz="1020" spc="-1" dirty="0">
              <a:latin typeface="Arial"/>
            </a:endParaRPr>
          </a:p>
          <a:p>
            <a:pPr marL="171360" indent="-171000">
              <a:spcAft>
                <a:spcPts val="400"/>
              </a:spcAft>
              <a:buClr>
                <a:srgbClr val="00213E"/>
              </a:buClr>
              <a:buFont typeface="Wingdings" charset="2"/>
              <a:buChar char=""/>
            </a:pPr>
            <a:r>
              <a:rPr lang="en-GB" sz="1020" spc="-1" dirty="0" err="1">
                <a:solidFill>
                  <a:srgbClr val="4C565C"/>
                </a:solidFill>
              </a:rPr>
              <a:t>Javascript</a:t>
            </a:r>
            <a:r>
              <a:rPr lang="en-GB" sz="1020" spc="-1" dirty="0">
                <a:solidFill>
                  <a:srgbClr val="4C565C"/>
                </a:solidFill>
              </a:rPr>
              <a:t>, HTML</a:t>
            </a:r>
            <a:endParaRPr lang="en-GB" sz="1020" spc="-1" dirty="0">
              <a:latin typeface="Arial"/>
            </a:endParaRPr>
          </a:p>
          <a:p>
            <a:pPr marL="171450" indent="-171450">
              <a:spcAft>
                <a:spcPts val="400"/>
              </a:spcAft>
              <a:buFont typeface="Wingdings" charset="2"/>
              <a:buChar char="§"/>
              <a:tabLst>
                <a:tab pos="1273969" algn="l"/>
              </a:tabLst>
            </a:pPr>
            <a:endParaRPr lang="en-GB" sz="1100" dirty="0">
              <a:solidFill>
                <a:srgbClr val="4C565C"/>
              </a:solidFill>
            </a:endParaRPr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1466999" y="900001"/>
            <a:ext cx="6854879" cy="408682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65113" indent="-2651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pc="-1" dirty="0">
                <a:solidFill>
                  <a:srgbClr val="237E82"/>
                </a:solidFill>
                <a:latin typeface="Calluna-Light"/>
              </a:rPr>
              <a:t>Andrew Pincherle, Developer and Technical Analyst</a:t>
            </a:r>
            <a:endParaRPr lang="en-GB" spc="-1" dirty="0">
              <a:latin typeface="Arial"/>
            </a:endParaRPr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1"/>
          </p:nvPr>
        </p:nvSpPr>
        <p:spPr>
          <a:xfrm>
            <a:off x="1757036" y="6208083"/>
            <a:ext cx="1144319" cy="365125"/>
          </a:xfrm>
        </p:spPr>
        <p:txBody>
          <a:bodyPr/>
          <a:lstStyle/>
          <a:p>
            <a:fld id="{78AF2A96-0451-4855-A4FA-42FD0A351A47}" type="datetime1">
              <a:rPr lang="en-US" smtClean="0"/>
              <a:t>4/25/2022</a:t>
            </a:fld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B61CB4-84DE-4704-96C9-B8DEFA2B7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2E77C4-E382-4F50-B4C6-594E5D41928B}" type="slidenum">
              <a:rPr lang="en-GB" smtClean="0"/>
              <a:t>1</a:t>
            </a:fld>
            <a:endParaRPr lang="en-GB" dirty="0"/>
          </a:p>
        </p:txBody>
      </p:sp>
      <p:pic>
        <p:nvPicPr>
          <p:cNvPr id="4" name="Picture 3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8154A6E1-25F2-4759-A98D-411574581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708" y="900001"/>
            <a:ext cx="1242291" cy="165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6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8D3F895C40894794978DA3F49C2F82" ma:contentTypeVersion="11" ma:contentTypeDescription="Create a new document." ma:contentTypeScope="" ma:versionID="8caf75849f3d310cce1ea43e9dbc07a7">
  <xsd:schema xmlns:xsd="http://www.w3.org/2001/XMLSchema" xmlns:xs="http://www.w3.org/2001/XMLSchema" xmlns:p="http://schemas.microsoft.com/office/2006/metadata/properties" xmlns:ns2="e6065285-5406-4f82-95fc-c5be03e38207" xmlns:ns3="c7638ba2-7af8-4996-b3aa-a9907f187b8b" targetNamespace="http://schemas.microsoft.com/office/2006/metadata/properties" ma:root="true" ma:fieldsID="ea995f660c37df5cc2799a8a0d170d4a" ns2:_="" ns3:_="">
    <xsd:import namespace="e6065285-5406-4f82-95fc-c5be03e38207"/>
    <xsd:import namespace="c7638ba2-7af8-4996-b3aa-a9907f187b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65285-5406-4f82-95fc-c5be03e382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38ba2-7af8-4996-b3aa-a9907f187b8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7468E8-6891-4939-8C02-D3DC52BA710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B8542A0-EB6A-409F-8C01-8FAAA53C58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0CB9FA-08CA-4D19-8DBE-E503C61A24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065285-5406-4f82-95fc-c5be03e38207"/>
    <ds:schemaRef ds:uri="c7638ba2-7af8-4996-b3aa-a9907f187b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136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Calluna-Light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Hannah Freebairn</dc:creator>
  <cp:lastModifiedBy>Andrew Pincherle</cp:lastModifiedBy>
  <cp:revision>2</cp:revision>
  <dcterms:created xsi:type="dcterms:W3CDTF">2020-11-04T06:33:46Z</dcterms:created>
  <dcterms:modified xsi:type="dcterms:W3CDTF">2022-04-25T09:55:21Z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0x010100558D3F895C40894794978DA3F49C2F82</vt:lpwstr>
  </property>
</Properties>
</file>